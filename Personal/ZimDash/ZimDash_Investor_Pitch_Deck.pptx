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ZimDash Investor Pitch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Fast • Reliable • Affordable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Delivery Simplified.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Delivery in Harare is unreliable, expensive, and lacks tracking.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Small businesses and restaurants struggle with logistics.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ZimDash provides an on-demand app connecting customers to independent bike riders for fast, affordable same-day delivery.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Harare’s growing e-commerce and on-demand market.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Estimated market size: $5M+.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Low competition and high smartphone adoption.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• 20% commission per delivery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Subscription plans for frequent business users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Surge pricing during high-demand hours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• Launch in Harare CBD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Partner with restaurants, pharmacies, eCommerce vendors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Leverage social media, influencers, and referral marketing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Budget Breakdown ($1,500 Target)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MVP build: $300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Hosting: $100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Marketing: $600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Operations: $300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Contingency: $200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Urban delivery demand is growing in Southern Africa.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Digital payments (EcoCash, Innbucks) make transactions easy.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No major established player in bike logistics.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Investment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Seeking $1,500 for MVP development and marketing.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Goal: 1,000+ deliveries in 4 months and proof of traction.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Simplify delivery across Harare, then expand regionally across Southern Africa.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